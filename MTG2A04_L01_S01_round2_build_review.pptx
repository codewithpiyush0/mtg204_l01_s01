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MTG2A04_L01_S01 · परी की पिकनिक की खरीदारी · round 2 build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25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Landing (deck p1) — title «परी की पिकनिक की खरीदारी», Pari with her list, Swiftie bottom-left with the audio chip, start button centre. VO: «नमस्ते दोस्त! मैं हूँ स्विफ्टी। …चलिए, उसकी मदद करते हैं!» No extra animation.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02_T1_MONEY_SHOW.png</a:t>
            </a:r>
          </a:p>
        </p:txBody>
      </p:sp>
      <p:pic>
        <p:nvPicPr>
          <p:cNvPr id="3" name="Picture 2" descr="02_T1_MONEY_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Recall intro (p2) — «क्या आप ₹10 और ₹1 को पहचानते हैं?». ₹10 note + ₹1 coin (front AND back) pop in. Swiftie bottom-left, arrow centre. Currency = the team's own set (note: 000000 + SPECIMEN).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03_T2_MONEY_PICK.png</a:t>
            </a:r>
          </a:p>
        </p:txBody>
      </p:sp>
      <p:pic>
        <p:nvPicPr>
          <p:cNvPr id="3" name="Picture 2" descr="03_T2_MONEY_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Identify ₹10 (p3) — two cards; entry VO «इनमें से दस रुपये का नोट पहचानिए।»; after 5 s with no tap the ₹10 card pulses.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04_T2_wrong.png</a:t>
            </a:r>
          </a:p>
        </p:txBody>
      </p:sp>
      <p:pic>
        <p:nvPicPr>
          <p:cNvPr id="3" name="Picture 2" descr="04_T2_w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Identify ₹10 — WRONG (p3): the ₹1 card vibrates + turns red, the ₹10 note appears big in the centre with «यह दस रुपये का नोट है।» (text + VO). The wrong card stays locked; the child then taps the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05_T2_right.png</a:t>
            </a:r>
          </a:p>
        </p:txBody>
      </p:sp>
      <p:pic>
        <p:nvPicPr>
          <p:cNvPr id="3" name="Picture 2" descr="05_T2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Identify ₹10 — RIGHT (p4): note card turns green with a ✓, glow, chime + confetti; «शाबाश! यह दस रुपये का नोट है।» (text + VO). Arrow activates.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06_T3_MONEY_PICK.png</a:t>
            </a:r>
          </a:p>
        </p:txBody>
      </p:sp>
      <p:pic>
        <p:nvPicPr>
          <p:cNvPr id="3" name="Picture 2" descr="06_T3_MONEY_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Identify ₹1 (p5/p6) — ₹10 COIN vs ₹1 coin (as in the mockup, decision D8). Wrong → «यह एक रुपये का सिक्का है। एक रुपये का सिक्का ऐसा दिखता है।»; right → «शाबाश! यह एक रुपये का सिक्का है।»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07_T4_MONEY_SCENE.png</a:t>
            </a:r>
          </a:p>
        </p:txBody>
      </p:sp>
      <p:pic>
        <p:nvPicPr>
          <p:cNvPr id="3" name="Picture 2" descr="07_T4_MONEY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Market (p7) — «अब परी के साथ बाज़ार चलिए।», Pari centre holding the list (list not readable here). Swiftie transition (‘चलिए, साथ में करें!’) follows this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08_G1_MONEY_LIST.png</a:t>
            </a:r>
          </a:p>
        </p:txBody>
      </p:sp>
      <p:pic>
        <p:nvPicPr>
          <p:cNvPr id="3" name="Picture 2" descr="08_G1_MONEY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Pari's list (p8) — zooms in from the previous screen; each row pulses as the VO names it (cues measured off the clip). Arrow → guided teaching.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09_G2_MONEY_BUILD.png</a:t>
            </a:r>
          </a:p>
        </p:txBody>
      </p:sp>
      <p:pic>
        <p:nvPicPr>
          <p:cNvPr id="3" name="Picture 2" descr="09_G2_MONEY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Copy ₹14 teach (p9) — Swiftie demonstrates: ₹10 note moves in by itself (कुल ₹10), counter pulses, one ₹1 moves in (₹11); then the child drags three ₹1 coins, one per VO step. No action → coin pulses + «सिक्के को ऊपर ट्रे में रखो।»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10_G2_done.png</a:t>
            </a:r>
          </a:p>
        </p:txBody>
      </p:sp>
      <p:pic>
        <p:nvPicPr>
          <p:cNvPr id="3" name="Picture 2" descr="10_G2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Copy ₹14 done — OST in green, centre: ₹10 + ₹1 + ₹1 + ₹1 + ₹1 = ₹14; total green, tray glows, confetti, copy highlighted, arrow.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11_G3_MONEY_BUILD.png</a:t>
            </a:r>
          </a:p>
        </p:txBody>
      </p:sp>
      <p:pic>
        <p:nvPicPr>
          <p:cNvPr id="3" name="Picture 2" descr="11_G3_MONEY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Chips ₹20 teach (p11) — heading appears with the 2nd VO line; ₹10 coin demonstrated, child places the second. Dragging a ₹1 → it returns + «₹20 बनाने के लिए ₹10 के सिक्के लगेंगे।»; idle VO4/VO5.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12_G4_MONEY_BUILD.png</a:t>
            </a:r>
          </a:p>
        </p:txBody>
      </p:sp>
      <p:pic>
        <p:nvPicPr>
          <p:cNvPr id="3" name="Picture 2" descr="12_G4_MONEY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Chocolate ₹25 guided practice (p12) — ₹10 coins + ₹1 coins; price tag pulses with the VO; any order allowed.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13_G4_tol_a2.png</a:t>
            </a:r>
          </a:p>
        </p:txBody>
      </p:sp>
      <p:pic>
        <p:nvPicPr>
          <p:cNvPr id="3" name="Picture 2" descr="13_G4_tol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₹1 tolerance (p14/15), attempt 2 — after 5 ₹1 coins a 6th bounces; 2nd time: «कुल ₹5 हैं। ₹25 के लिए ₹20 और बनाओ।» + a ghost ₹10 coin travels to the tray.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14_G4_tol_a3.png</a:t>
            </a:r>
          </a:p>
        </p:txBody>
      </p:sp>
      <p:pic>
        <p:nvPicPr>
          <p:cNvPr id="3" name="Picture 2" descr="14_G4_tol_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Tolerance, attempt 3 — «₹20 बनाने के लिए ₹10 का सिक्का इस्तेमाल कीजिए।», ₹10 coin glows (team Glow art), ₹1 coin locks (team Lock art). Same ladder for a ₹10 dropped when &lt;₹10 remains.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15_G4_done.png</a:t>
            </a:r>
          </a:p>
        </p:txBody>
      </p:sp>
      <p:pic>
        <p:nvPicPr>
          <p:cNvPr id="3" name="Picture 2" descr="15_G4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Chocolate done — total green, instruction OST replaced by the equation, green equation centre, confetti, arrow.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16_P1_MONEY_BUILD.png</a:t>
            </a:r>
          </a:p>
        </p:txBody>
      </p:sp>
      <p:pic>
        <p:nvPicPr>
          <p:cNvPr id="3" name="Picture 2" descr="16_P1_MONEY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Plates ₹35 practice (p13) — ₹10 notes + ₹1 coins; same bounce ladder + tolerance; VO now says «अब परी प्लेटों का पैकेट खरीद सकती है।» (deck said पेंसिल बॉक्स — D8).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17_P2_MONEY_BUILD.png</a:t>
            </a:r>
          </a:p>
        </p:txBody>
      </p:sp>
      <p:pic>
        <p:nvPicPr>
          <p:cNvPr id="3" name="Picture 2" descr="17_P2_MONEY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Toffee ₹5 (ADDED, decision D5) — the list names toffee but the deck had no screen; plates pattern, ₹1 coins only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18_P3_MONEY_BUILD.png</a:t>
            </a:r>
          </a:p>
        </p:txBody>
      </p:sp>
      <p:pic>
        <p:nvPicPr>
          <p:cNvPr id="3" name="Picture 2" descr="18_P3_MONEY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Juice ₹17 (p16) — कुल shown under the tray, «हो गया» check (decision D2). Too little + हो गया → «अभी कुल ₹X हुए हैं। ₹17 के लिए ₹Y और चाहिए। और सिक्के या नोट रखिए।»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19 · 19_P3_done.png</a:t>
            </a:r>
          </a:p>
        </p:txBody>
      </p:sp>
      <p:pic>
        <p:nvPicPr>
          <p:cNvPr id="3" name="Picture 2" descr="19_P3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Juice done — reaching ₹17 turns the total green and locks the tray; «हो गया» completes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20 · 20_P4_MONEY_DONE.png</a:t>
            </a:r>
          </a:p>
        </p:txBody>
      </p:sp>
      <p:pic>
        <p:nvPicPr>
          <p:cNvPr id="3" name="Picture 2" descr="20_P4_MONEY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Completion (p18) — «परी की पिकनिक की खरीदारी पूरी हुई!», items tick one by one, 5 / 5, light confetti. Then the shop-game transition («खरीदारी का खेल!»).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21 · 21_M1_choose.png</a:t>
            </a:r>
          </a:p>
        </p:txBody>
      </p:sp>
      <p:pic>
        <p:nvPicPr>
          <p:cNvPr id="3" name="Picture 2" descr="21_M1_cho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Mastery shop (p17/18) — Pari with an empty basket, 8 priced items idling, basket 0/8. «कोई वस्तु चुनिए।»; 5–6 s idle → an item glows + 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22 · 22_M1_make.png</a:t>
            </a:r>
          </a:p>
        </p:txBody>
      </p:sp>
      <p:pic>
        <p:nvPicPr>
          <p:cNvPr id="3" name="Picture 2" descr="22_M1_m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Make ₹14 — the item comes to the centre with its price large; ₹10 note / ₹10 coin / ₹1 coin (tap OR drag), Undo, जाँचें (inactive until one piece is placed). No running total.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23 · 23_M1_win.png</a:t>
            </a:r>
          </a:p>
        </p:txBody>
      </p:sp>
      <p:pic>
        <p:nvPicPr>
          <p:cNvPr id="3" name="Picture 2" descr="23_M1_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Correct (p21) — pieces glow green in sequence; the FIRST purchase gets the decomposition line built from the currency actually used. Less/more → shake, all money returns, «ओह! रुपये कम/ज़्यादा हैं। फिर से बनाइए।»; after the 3rd wrong the caps switch on silently.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24 · 24_M1_complete.png</a:t>
            </a:r>
          </a:p>
        </p:txBody>
      </p:sp>
      <p:pic>
        <p:nvPicPr>
          <p:cNvPr id="3" name="Picture 2" descr="24_M1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Shopping complete (p17 panel 6) — Pari with a full basket, ticked list, कुल ₹284, «बहुत बढ़िया खरीदारी!».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25 · 25_CEL_CELEBRATION.png</a:t>
            </a:r>
          </a:p>
        </p:txBody>
      </p:sp>
      <p:pic>
        <p:nvPicPr>
          <p:cNvPr id="3" name="Picture 2" descr="25_CEL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Celebration — the engine's standard end screen (no text by ruling), VO «शाबाश! आज आपने ₹10 और ₹1 से राशि बनाना सीखा।»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